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7" d="100"/>
          <a:sy n="87" d="100"/>
        </p:scale>
        <p:origin x="499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408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Code Intelligence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461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Text-to-Code Retrieval via Dense Model Fusion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86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 Hackathon  |  Theme 1 | TEAM BYTE PAIR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natural-language query, rank a corpus of code snippets by relevance.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9443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is input parsed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main loop?"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28346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069080" y="23774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29443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8,765 Python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8346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315200" y="23774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Results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9443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relevant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 -&gt; least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97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retrieval is the fast first stage of a RAG pipeline. Too much code to fit in an LLM's context — and it needs to run before any (slower) generation step.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3492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7-billion-parameter model only reaches ~21 NDCG@10 on this exact benchmark (published CoIR results).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Approach: Dense-Dense Fusion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off-the-shelf embedding models — no fine-tuning required.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60604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6060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17520" y="210312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F3F6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17520" y="2103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(1024-dim, long context)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315468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F3F6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17520" y="3154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E5-base-v2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(768-dim)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260604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3546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0" y="26060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+ sum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2606040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E3F0E8"/>
          </a:solidFill>
          <a:ln w="15875">
            <a:solidFill>
              <a:srgbClr val="1B7F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606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Code Snippets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77440" y="3017520"/>
            <a:ext cx="118872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377440" y="3017520"/>
            <a:ext cx="1188720" cy="50292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94960" y="2487168"/>
            <a:ext cx="548640" cy="54864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94960" y="3547872"/>
            <a:ext cx="54864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0" y="3035808"/>
            <a:ext cx="54864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48640" y="4297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fusion beat Reciprocal Rank Fusion — raw similarity magnitude carries real confidence signal RRF discards.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models don't fail on the same queries. E5 recovers 8.4% of queries that BGE-M3's top-100 misses entirely — genuine complementary signal, not redundancy.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80644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86130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25.9%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281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both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580644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383280" y="586130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17.0%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6281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BGE-M3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580644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17920" y="586130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8.4%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6281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E5 (recovered!)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52560" y="580644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052560" y="586130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48.6%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6281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neither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+19% Over Our Strongest Single Model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7744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MRR@10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all-MiniLM-L6-v2 (day-1 baseline)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E5-base-v2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BGE-M3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BGE-M3 + E5 Fusion  (final)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7F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7F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977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+167% NDCG@10  •  +174% MRR@10  since day one</a:t>
            </a:r>
            <a:endParaRPr lang="en-US" sz="1800" dirty="0"/>
          </a:p>
        </p:txBody>
      </p:sp>
      <p:sp>
        <p:nvSpPr>
          <p:cNvPr id="3" name="Text 2"/>
          <p:cNvSpPr txBox="1"/>
          <p:nvPr/>
        </p:nvSpPr>
        <p:spPr>
          <a:xfrm>
            <a:off x="548640" y="45720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three independent ways: our custom per-query pipeline, a weighted-fusion sweep (confirmed 0.5/0.5 was already optimal), and the official MTEB evaluation used for submission — all agree within noise.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3F6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544068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submission:  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= 0.17605, MRR@10 = 0.15264, Recall@100 = 0.4744  —  generated via mteb.evaluate() on the full test split (3,765 queries).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Tried — and Rejected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rejection below was implemented, run on the full test split, and rejected on evidence — not assumed.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48840"/>
            <a:ext cx="3063240" cy="502920"/>
          </a:xfrm>
          <a:prstGeom prst="roundRect">
            <a:avLst>
              <a:gd name="adj" fmla="val 14545"/>
            </a:avLst>
          </a:prstGeom>
          <a:solidFill>
            <a:srgbClr val="F7E8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REJECTED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Preprocessing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Input/Output/Example boilerplate from queries.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69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−38% NDCG@10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6177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"boilerplate" carries real distinguishing signal.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148840"/>
            <a:ext cx="3063240" cy="502920"/>
          </a:xfrm>
          <a:prstGeom prst="roundRect">
            <a:avLst>
              <a:gd name="adj" fmla="val 14545"/>
            </a:avLst>
          </a:prstGeom>
          <a:solidFill>
            <a:srgbClr val="F7E8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2148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REJECTED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Cross-Encoder Reranking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246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Reranked fused top-100 with ms-marco-MiniLM-L-6.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4069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−66% NDCG@10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6177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web search, not code — actively harmful. Also too slow (543ms/query).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19202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58200" y="2148840"/>
            <a:ext cx="3063240" cy="502920"/>
          </a:xfrm>
          <a:prstGeom prst="roundRect">
            <a:avLst>
              <a:gd name="adj" fmla="val 14545"/>
            </a:avLst>
          </a:prstGeom>
          <a:solidFill>
            <a:srgbClr val="F7E8E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58200" y="2148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REJECTED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3-Way Fusion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3246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narrative-only text as a 3rd signal (not a replacement).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4069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−15% NDCG@10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8458200" y="46177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Confirms: narrative alone is a genuinely weaker signal.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150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across all three: generic components not built for code/competitive-programming text hurt more than they help. Fusion works because it adds real signal without discarding any.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P1: Retrieval Across Versions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Codebases change constantly. Our index rebuilds only what changed — not the whole corpus.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3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document's embedding is stored alongside a content hash. On a new commit, we diff hashes: unchanged docs reuse their cached embedding, only new or changed docs get re-embedded, and removed docs drop out entirely.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200400"/>
            <a:ext cx="5120640" cy="2286000"/>
          </a:xfrm>
          <a:prstGeom prst="roundRect">
            <a:avLst>
              <a:gd name="adj" fmla="val 4800"/>
            </a:avLst>
          </a:prstGeom>
          <a:solidFill>
            <a:srgbClr val="F3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429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Rebuild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947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113.7s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892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8,765 documents, BGE-M3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37960" y="3200400"/>
            <a:ext cx="5120640" cy="2286000"/>
          </a:xfrm>
          <a:prstGeom prst="roundRect">
            <a:avLst>
              <a:gd name="adj" fmla="val 4800"/>
            </a:avLst>
          </a:prstGeom>
          <a:solidFill>
            <a:srgbClr val="E3F0E8"/>
          </a:solidFill>
          <a:ln w="15875">
            <a:solidFill>
              <a:srgbClr val="1B7F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3429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Update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7947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B7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0.53s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4892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7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changed docs out of 8,768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7150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57150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216x faster (BGE-M3)  •  156x faster (E5)  — a realistic small commit, measured end to end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Evolutionary Retrieval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extension of P1: search across ALL historical versions of the codebase at once.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3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(per the brief): 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versions of the same file are hard to rank apart — and can crowd out genuinely different relevant files.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fix: group results by logical file, keep only the best-scoring version per group.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F7E8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657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Dedup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0233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10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120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files in top-10 — 2 files ate 8 of the 10 slots with their own versions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37960" y="342900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E3F0E8"/>
          </a:solidFill>
          <a:ln w="15875">
            <a:solidFill>
              <a:srgbClr val="1B7F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3657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Dedup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40233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B7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10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5120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7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files — every distinct logical file represented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on a small synthetic multi-version corpus (8 files x 4 simulated commits) — no official Bonus benchmark exists, unlike P0.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&amp; CPU-Friendliness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3F6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66ms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per-query search time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992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3,765 queries in 247s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3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89120" y="16916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261s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560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full index build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9992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8,765 documents, both models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3F6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16916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678M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560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 (both models)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9992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run on CPU alone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speeds up the one-time indexing step during development, but query-time retrieval runs correctly on CPU alone — verified, not assumed. A single interactive query takes ~325ms on CPU (no batching); the 66ms figure above reflects batched throughput across all 3,765 queries during the official evaluation. Both are real, measured numbers for their respective scenarios.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16636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hardware: RTX 3050 (4GB VRAM laptop GPU)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57784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choice — batch size, LoRA over full fine-tuning, gradient checkpointing — was made to fit real consumer hardware, not an idealized dev box.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Fusion Wins: A Concrete Illustration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3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QUERY (real, from the test set)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“Polycarp has n different binary words... he wants to reverse the minimal number of words so the set can be ordered consistent with the game rules.”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hard: a full paragraph of narrative context, math notation, and multiple worked examples — the correct answer shares almost no literal keywords with the query text. This is representative of the whole dataset, not cherry-picked.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verified, across all 3,765 test queries: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7E8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931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BGE-M3's top-100 completely misses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65592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E3F0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663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those, recovered by adding E5 as a 2nd signal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165592" y="4663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7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8.4% of all queries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39496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E3F0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3949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 of combining both signals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65592" y="5394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7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 NDCG@10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same validated aggregate numbers from our overlap analysis (slide 3) — every figure in this deck traces back to a real, reproducible evaluation run.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1051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10771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P0: BGE-M3 + E5 fusion — NDCG@10 = 0.1761, MRR@10 = 0.1527 (+19% over our best single model)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9631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423160"/>
            <a:ext cx="10771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Content-hash incremental indexing — 216x faster re-indexing on a realistic commit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18211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108960"/>
            <a:ext cx="10771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Version-aware dedup — 8/10 unique files vs. 4/10 without 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6791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794760"/>
            <a:ext cx="10771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rejected approaches (preprocessing, reranking, 3-way fusion), each tested and rejected on evidence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55371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480560"/>
            <a:ext cx="10771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choice validated on real, consumer-grade hardware (RTX 3050, 4GB VRAM)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1122</Words>
  <Application>Microsoft Office PowerPoint</Application>
  <PresentationFormat>Widescreen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shravya saralaya</cp:lastModifiedBy>
  <cp:revision>2</cp:revision>
  <dcterms:created xsi:type="dcterms:W3CDTF">2026-09-26T12:43:02Z</dcterms:created>
  <dcterms:modified xsi:type="dcterms:W3CDTF">2026-09-30T14:12:31Z</dcterms:modified>
</cp:coreProperties>
</file>